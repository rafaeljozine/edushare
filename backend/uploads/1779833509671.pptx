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Noto Sans TC" panose="020B0604020202020204" charset="-128"/>
      <p:regular r:id="rId13"/>
    </p:embeddedFont>
    <p:embeddedFont>
      <p:font typeface="Sora Medium" panose="020B0604020202020204" charset="0"/>
      <p:regular r:id="rId14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841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005" y="67587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Negócio Online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677193" y="1105497"/>
            <a:ext cx="1626595" cy="262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Tema Transversal IV</a:t>
            </a:r>
            <a:endParaRPr lang="en-US" sz="1400" dirty="0"/>
          </a:p>
          <a:p>
            <a:pPr marL="0" indent="0" algn="l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CC57F-4E5F-33C5-8EBB-CEA5E4DD6A1F}"/>
              </a:ext>
            </a:extLst>
          </p:cNvPr>
          <p:cNvSpPr txBox="1"/>
          <p:nvPr/>
        </p:nvSpPr>
        <p:spPr>
          <a:xfrm>
            <a:off x="496119" y="2688386"/>
            <a:ext cx="3951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>
                <a:solidFill>
                  <a:schemeClr val="bg1"/>
                </a:solidFill>
              </a:rPr>
              <a:t>Discentes:</a:t>
            </a:r>
            <a:endParaRPr lang="pt-PT" sz="1200" i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3D89C-5AE5-6898-6DFB-B5F547ED8F10}"/>
              </a:ext>
            </a:extLst>
          </p:cNvPr>
          <p:cNvSpPr txBox="1"/>
          <p:nvPr/>
        </p:nvSpPr>
        <p:spPr>
          <a:xfrm>
            <a:off x="496118" y="1848255"/>
            <a:ext cx="11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>
                <a:solidFill>
                  <a:schemeClr val="bg1"/>
                </a:solidFill>
              </a:rPr>
              <a:t>Docente</a:t>
            </a:r>
            <a:r>
              <a:rPr lang="it-IT" sz="1400" i="1" dirty="0">
                <a:solidFill>
                  <a:schemeClr val="bg1"/>
                </a:solidFill>
              </a:rPr>
              <a:t>:</a:t>
            </a:r>
            <a:endParaRPr lang="pt-PT" sz="1400" i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A8536-C87F-2DA3-B6F3-39A0B06B3740}"/>
              </a:ext>
            </a:extLst>
          </p:cNvPr>
          <p:cNvSpPr txBox="1"/>
          <p:nvPr/>
        </p:nvSpPr>
        <p:spPr>
          <a:xfrm>
            <a:off x="604021" y="2185901"/>
            <a:ext cx="313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Msc. Cacilda Rafael Nhanisse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AA75F-2627-94EA-97AC-789B32E0F736}"/>
              </a:ext>
            </a:extLst>
          </p:cNvPr>
          <p:cNvSpPr txBox="1"/>
          <p:nvPr/>
        </p:nvSpPr>
        <p:spPr>
          <a:xfrm>
            <a:off x="604020" y="3083122"/>
            <a:ext cx="307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Rafael Sidónio Jozine Júnior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A72F5A-3031-3AA3-6B38-87374757C1D1}"/>
              </a:ext>
            </a:extLst>
          </p:cNvPr>
          <p:cNvSpPr txBox="1"/>
          <p:nvPr/>
        </p:nvSpPr>
        <p:spPr>
          <a:xfrm>
            <a:off x="586127" y="3475908"/>
            <a:ext cx="307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Yunisso Licente Gaudêncio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E44A72EC-9978-3843-D597-D5D7DF36AD82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3742"/>
            <a:ext cx="56560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é um Negócio Online?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39330"/>
            <a:ext cx="8151763" cy="152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Negócio online é toda a actividade comercial realizada através da internet, permitindo a compra, venda e promoção de produtos ou serviços de forma digital. Com o desenvolvimento das tecnologias de informação e comunicação, tornou-se uma das formas mais modernas, acessíveis e eficientes de empreender no mercado actual.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Hoje, uma empresa pode alcançar clientes em diferentes cidades e países sem necessitar de uma loja física tradicional. Plataformas como </a:t>
            </a:r>
            <a:r>
              <a:rPr lang="en-US" sz="11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Amazon, Shopify e Alibaba Group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demonstram o impacto e a importância dos negócios online na economia mundial.</a:t>
            </a:r>
            <a:endParaRPr lang="en-US" sz="110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FEB956A-6A7F-6180-0227-307CD46AFCD6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851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Áreas de Actuação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501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Os negócios online abrangem diversas áreas, incluindo comércio electrónico, marketing digital, prestação de serviços, produção de conteúdos e venda de produtos físicos ou digitais.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08113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39653"/>
            <a:ext cx="19799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Comércio Electrónico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4616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Venda de produtos físicos e digitais através de lojas virtuais.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08113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396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Marketing Digital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646164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Divulgação de marcas e serviços através de estratégias online.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383310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91484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Serviços Digitais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221361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Design gráfico, programação, consultoria e aulas particulares.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383310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914849"/>
            <a:ext cx="21958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Produção de Conteúdos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22136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Criação de conteúdos em plataformas como YouTube e TikTok.</a:t>
            </a:r>
            <a:endParaRPr lang="en-US" sz="1100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CA32A9-637F-3B04-682E-CA521D484397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01404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Tipos de Negócio Online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956271"/>
            <a:ext cx="295877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Modelos Diversos, Uma Plataforma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222748"/>
            <a:ext cx="3759622" cy="1461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Existem diferentes tipos de negócios online, cada um com características distintas. O e-commerce consiste na venda de produtos através de lojas virtuais. O dropshipping permite vender produtos sem possuir stock próprio, funcionando através de fornecedores terceiros. O marketing de afiliados baseia-se na promoção de produtos de outras empresas em troca de comissões. Há também a criação de conteúdos digitais em plataformas como YouTube e TikTok, onde criadores conseguem gerar rendimento através de visualizações, publicidade e parcerias.</a:t>
            </a:r>
            <a:endParaRPr lang="en-US" sz="850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F1C34068-4E9E-4B27-3260-5420E4B818F6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5975"/>
            <a:ext cx="62513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Vantagens dos Negócios Online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71563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37877" y="18133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Baixo Custo Inicial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119833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Começar a empreender com investimento reduzido em comparação com negócios tradicionais.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671563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784601" y="18133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Mercado Global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119833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Alcance de clientes em diferentes cidades e países sem necessitar de loja física.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856979"/>
            <a:ext cx="4004965" cy="1270471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37877" y="29987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Flexibilidade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305249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Horário flexível e oportunidade de trabalhar remotamente.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856979"/>
            <a:ext cx="4005039" cy="1270471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784601" y="2998738"/>
            <a:ext cx="18637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Crescimento Rápido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305249"/>
            <a:ext cx="37215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Facilidade de divulgação através das redes sociais e crescimento mais rápido quando comparado a muitos negócios tradicionais.</a:t>
            </a:r>
            <a:endParaRPr lang="en-US" sz="1100" dirty="0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661048E4-5879-52CA-C382-6885441C7BC4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3739"/>
            <a:ext cx="44136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Desafios a Considerar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234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Obstáculos Reais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2157487"/>
            <a:ext cx="2622724" cy="1762199"/>
          </a:xfrm>
          <a:prstGeom prst="roundRect">
            <a:avLst>
              <a:gd name="adj" fmla="val 518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2157487"/>
            <a:ext cx="76200" cy="17621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2318296"/>
            <a:ext cx="1973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Concorrência Elevada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624807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É necessário investir continuamente em marketing digital e inovação.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2157487"/>
            <a:ext cx="2622724" cy="1762199"/>
          </a:xfrm>
          <a:prstGeom prst="roundRect">
            <a:avLst>
              <a:gd name="adj" fmla="val 518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51" y="2157487"/>
            <a:ext cx="76200" cy="17621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8560" y="2318296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Dependência Tecnológica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78560" y="2846263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dependência da internet e das tecnologias pode afectar o funcionamento do negócio em caso de falhas técnicas.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25083" y="2157487"/>
            <a:ext cx="2622724" cy="1762199"/>
          </a:xfrm>
          <a:prstGeom prst="roundRect">
            <a:avLst>
              <a:gd name="adj" fmla="val 518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33" y="2157487"/>
            <a:ext cx="76200" cy="17621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3042" y="23182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Cibersegurança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43042" y="2624807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Existem riscos relacionados com fraudes electrónicas e ataques informáticos. É essencial proteger os dados dos clientes e utilizar sistemas seguros de pagamento.</a:t>
            </a:r>
            <a:endParaRPr lang="en-US" sz="1100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0161CA6A-51C7-1CF4-C943-4D3670B30966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54832"/>
            <a:ext cx="82595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Como Criar um Negócio Online de Sucesso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81337"/>
            <a:ext cx="8151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Para criar um negócio online de sucesso, é necessário seguir algumas etapas fundamentais. Primeiro, deve-se escolher um nicho de mercado e identificar o público-alvo. Depois, é importante criar presença digital através de websites, lojas virtuais ou redes sociais. Em seguida, é necessário investir em estratégias de marketing digital, publicidade online e atendimento ao cliente para aumentar a visibilidade e conquistar consumidores.</a:t>
            </a:r>
            <a:endParaRPr lang="en-US" sz="110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788D32D-3A68-F79E-093E-E6CDEAA04A89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0305"/>
            <a:ext cx="46662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Ferramentas Essenciais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7681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Os negócios online utilizam diversas ferramentas tecnológicas para funcionar de forma eficiente.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363093"/>
            <a:ext cx="2622724" cy="1530028"/>
          </a:xfrm>
          <a:prstGeom prst="roundRect">
            <a:avLst>
              <a:gd name="adj" fmla="val 1390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656927" y="2523902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Plataformas de Pagamento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6927" y="3051870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Ferramentas como PayPal facilitam transacções financeiras seguras.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363093"/>
            <a:ext cx="2622724" cy="1530028"/>
          </a:xfrm>
          <a:prstGeom prst="roundRect">
            <a:avLst>
              <a:gd name="adj" fmla="val 1390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685952" y="25239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Design e Conteúdo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21410" y="2830413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Plataformas como Canva ajudam na criação de conteúdos visuais para divulgação.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363093"/>
            <a:ext cx="2622724" cy="1530028"/>
          </a:xfrm>
          <a:prstGeom prst="roundRect">
            <a:avLst>
              <a:gd name="adj" fmla="val 1390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450434" y="25239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Aplicações Móveis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85892" y="2830413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Apps e sistemas de gestão digital para eficiência operacional.</a:t>
            </a:r>
            <a:endParaRPr lang="en-US" sz="1100" dirty="0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3D32B0D7-F278-9A19-E861-78B3EC9A4A50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375"/>
            <a:ext cx="590125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Futuro dos Negócios Online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061963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 futuro dos negócios online está directamente ligado à evolução tecnológica. Tendências como inteligência artificial, automação, pagamentos digitais, comércio móvel e utilização de dados para análise de consumidores estão a transformar cada vez mais o mercado digital.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01875"/>
            <a:ext cx="567035" cy="850553"/>
          </a:xfrm>
          <a:prstGeom prst="roundRect">
            <a:avLst>
              <a:gd name="adj" fmla="val 360022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298" y="2220813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4913" y="2043633"/>
            <a:ext cx="18984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Inteligência Artificial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04913" y="2350145"/>
            <a:ext cx="74429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Melhorar o atendimento ao cliente, automatizar processos e personalizar experiências de compra.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894186"/>
            <a:ext cx="567035" cy="850553"/>
          </a:xfrm>
          <a:prstGeom prst="roundRect">
            <a:avLst>
              <a:gd name="adj" fmla="val 360022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298" y="3213125"/>
            <a:ext cx="212601" cy="2126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4913" y="3035945"/>
            <a:ext cx="18693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Pagamentos Digitais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04913" y="3342456"/>
            <a:ext cx="74429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Comércio móvel e pagamentos digitais em expansão.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96119" y="3886498"/>
            <a:ext cx="567035" cy="850553"/>
          </a:xfrm>
          <a:prstGeom prst="roundRect">
            <a:avLst>
              <a:gd name="adj" fmla="val 360022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298" y="4205436"/>
            <a:ext cx="212601" cy="2126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4913" y="40282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Análise de Dados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04913" y="4334768"/>
            <a:ext cx="74429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Utilização de dados para análise de consumidores.</a:t>
            </a:r>
            <a:endParaRPr lang="en-US" sz="1100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725C651-01DC-0C91-458F-6238E27EE550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644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Conclusão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272034"/>
            <a:ext cx="4107135" cy="3255020"/>
          </a:xfrm>
          <a:prstGeom prst="roundRect">
            <a:avLst>
              <a:gd name="adj" fmla="val 653"/>
            </a:avLst>
          </a:prstGeom>
          <a:solidFill>
            <a:srgbClr val="12033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535781" y="1413793"/>
            <a:ext cx="2907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Uma Grande Oportunidade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777008"/>
            <a:ext cx="382361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Os negócios online tornaram-se uma das principais formas de comércio na era digital, transformando a maneira como empresas e consumidores interagem. Através da internet, tornou-se possível vender produtos, prestar serviços e alcançar clientes em diferentes partes do mundo com maior rapidez, flexibilidade e eficiência.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413793"/>
            <a:ext cx="22438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Caminho a Seguir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777008"/>
            <a:ext cx="3902943" cy="262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Apesar dos desafios relacionados com a concorrência, segurança digital e necessidade constante de inovação, os negócios online continuam a crescer devido às vantagens que oferecem, como baixo custo inicial, alcance global e facilidade de acesso ao mercado.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 o avanço da tecnologia, da inteligência artificial e dos pagamentos digitais, os negócios online têm um futuro cada vez mais promissor, contribuindo para o desenvolvimento económico, criação de novas oportunidades de trabalho e modernização do comércio mundial.</a:t>
            </a:r>
            <a:endParaRPr lang="en-US" sz="1100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E03604D9-555F-3F1E-14BE-AAC0E46BF943}"/>
              </a:ext>
            </a:extLst>
          </p:cNvPr>
          <p:cNvSpPr/>
          <p:nvPr/>
        </p:nvSpPr>
        <p:spPr>
          <a:xfrm rot="16200000">
            <a:off x="7865473" y="3864972"/>
            <a:ext cx="1156063" cy="140099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793</Words>
  <Application>Microsoft Office PowerPoint</Application>
  <PresentationFormat>On-screen Show (16:9)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Noto Sans TC</vt:lpstr>
      <vt:lpstr>Arial</vt:lpstr>
      <vt:lpstr>Sora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Rafael Jozine</cp:lastModifiedBy>
  <cp:revision>2</cp:revision>
  <dcterms:created xsi:type="dcterms:W3CDTF">2026-05-26T12:02:16Z</dcterms:created>
  <dcterms:modified xsi:type="dcterms:W3CDTF">2026-05-26T12:49:46Z</dcterms:modified>
</cp:coreProperties>
</file>